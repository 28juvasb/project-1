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computational proposal that extends the lab's own published 2026 pipeline into a new, unexplored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I'm targeting is her own stated gap: no specific biomarkers.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what's been done is a strength — it shows the novelty claim survived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point: the design is outcome-robust. Both answers are publishable.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her pipeline, not a new one — that's what de-risks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honesty here: I corrected these numbers after verifying them; earlier drafts had them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pitch — the comparison step is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Drosophila extension shows I read the whole research program without overcommitting.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Cross-Tissue Senescence Hub-Gene Signature in Type 2 Diabetes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Multi-algorithm machine learning convergence and structural docking across pancreatic islets and adipose tissue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100584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Kavitha Thirumurugan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Biosciences &amp; Technology, VIT Vellore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Juvas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Biotechnology, VIT Vellore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Senescence drives T2DM in more than one tissue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organs, two mechanisms, one clinical outcome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Pancreatic β-cells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 cells accumulate and drive progressive insulin secretory failure. p16 and p21 are elevated in T2DM patients versus lean controls.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Adipose tissue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 adipocyte progenitors accumulate with age, driving insulin resistance and chronic low-grade inflammation.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2286000"/>
          </a:xfrm>
          <a:prstGeom prst="roundRect">
            <a:avLst>
              <a:gd name="adj" fmla="val 240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not mechanism — it is biomarkers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Senescence pathways are well mapped (p53/p21, p16</a:t>
            </a:r>
            <a:pPr indent="0" marL="0">
              <a:lnSpc>
                <a:spcPts val="2200"/>
              </a:lnSpc>
              <a:buNone/>
            </a:pPr>
            <a:r>
              <a:rPr lang="en-US" sz="10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INK4a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/Rb, SASP). What the field lacks — as Dr. Thirumurugan's own 2023 review states — is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biomarkers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integration between mechanism and therapeutic candidates. Senotherapeutics cannot reach the clinic without them.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exists — and what does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claims verified against the published literature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0E8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PUBLISHED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Hub-gene discovery across these exact islet datasets (GSE20966, GSE25724, GSE38642, GSE41762) — multiple studies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Islet hub-gene panels for autophagy, ferroptosis, and pyroptosis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SenMayo senescence scoring in β-cells at single-cell resolution (“β-SenMayo”, JCI Insight 2025)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Naringenin network pharmacology + docking — but for Parkinson's, not senescence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20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UNADDRESSED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combines senescence-set filtering with three-algorithm ML convergence (LASSO + SVM-RFE + Random Forest)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links an ML-derived senescence hub gene to a structurally docked phytocompound target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compares senescence hub-gene signatures across islet and adipose tissue within T2DM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shared senescence hub-gene signature across islet and adipose tissue in T2DM — or is senescence-driven dysfunction tissue-specific?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hub gene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" y="4754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higher-value therapeutic target — one protein relevant across two disease-driving tissues.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41605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tissue-specific split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6248" y="4754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meaningful, citable finding in its own right — senescence programs diverge by organ.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result answers the question. The study cannot produce a null outcome.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computational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framework validated in the lab's 2026 COL6A3 paper, applied to a new disease axis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&amp; normalize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67335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retrieval, probe re-annotation to unified IDs, RMA normalization, ComBat batch correction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05256" y="2221992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for senescence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642616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differentially expressed genes with SenMayo (125 genes), CellAge, and GenAge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" y="3191256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85032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+ ML convergence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WGCNA modules, then LASSO + SVM-RFE + Random Forest in parallel; take the 3-way intersection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" y="4160520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654296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553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&amp; 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4581144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β-cell origin via single-cell data; predict 3D structure with AlphaFold2 or retrieve from PDB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5256" y="5129784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62356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5522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 &amp; interpret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555040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/ HADDOCK against phytocompound panel; map onto senescence signalling nodes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arms, one identical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input datasets differ — which is what makes the comparison valid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ISLET ARM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GSE41762 — 57 ND / 20 T2D (n=77)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7744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GSE38642 — 54 ND / 9 T2D (n=63)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575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GSE20966 — sorted β-cells (n=20)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GSE81608 — confirms β-cell origin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818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target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2F0E8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874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GSE27951 — 11 ND / 10 T2D (n=21)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GSE71416 — omental, diabetic obese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575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GSE16415 — visceral (n=10)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— bulk tissue 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818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target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 (smaller cohorts)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sizes verified against GEO metadata — the adipose threshold is set to reflect real statistical power, not an inflated target.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is where the novelty sits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are human-native — no cross-species ortholog mapping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Islet hub-gene panel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Adipose hub-gene panel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2331720"/>
            <a:ext cx="777240" cy="109728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691640"/>
            <a:ext cx="6172200" cy="3794760"/>
          </a:xfrm>
          <a:prstGeom prst="roundRect">
            <a:avLst>
              <a:gd name="adj" fmla="val 1446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05740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intersection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2494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panels gene-for-gene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290779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816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vs. specific split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0998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hub gene by tissue presence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758184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666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re-annotation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3950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KEGG enrichment on each subset separately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4608576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4517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prioritisation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800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gene wins; otherwise dock the best from each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343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published study has run this comparison.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phytocompound panel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compound is one the lab has already worked with — docking gives a ranked shortlist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928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Naringenin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Lab's flagship compound. Modulates autophagy, insulin sensitivity, and α-glucosidase activity in diabetic models.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8928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6248" y="2167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Embelin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6248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hub-gene modulator in the lab's own 2026 Frontiers in Oncology COL6A3 study.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4041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4315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Lipoic acid–sesamol conjugate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4754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and validated in the lab's Drosophila anti-aging 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4041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56248" y="4315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4754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the lab for hormetic efficacy and lifespan extension in Drosophila.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binding energy (ΔG), contact residues, and predicted selectivity — so the output is a ranked candidate, not a single yes/no.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weeks, five phases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arms add two weeks over a single-tissue study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45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scoping &amp; preprocessing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Normalised, senescence-filtered matrices for both tissue arms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587752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87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69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WGCNA + ML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49240" y="2633472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hub-gene panels, each cross-validated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529584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29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511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Cross-tissue comparison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49240" y="3575304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vs. tissue-specific classification; β-cell specificity confirmed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471416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714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12–14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53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docking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49240" y="451713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Binding-energy profiles for four compounds against the prioritised target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132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394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writing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49240" y="5458968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draft with Drosophila extension noted as future 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time tightens, the adipose arm scopes down to discovery + validation only — the core comparison survives.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fits the lab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pillars engaged directly, the third named as the next phase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Senescence signalling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89120" y="172821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senotherapeutics and senescence-pathway focus of the lab's 2023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Adipogenesis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89120" y="27797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adipose system the lab already studies through Hox gene and RNF213 work.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794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biology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89120" y="383133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complements the PI's own single-particle EM and molecular-motor background.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389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— THE THIRD PILLAR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681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human hub genes could then be tested for conservation in Drosophila longevity models (GSE67547, CoFly; FlyBase/DIOPT ortholog mapping) — letting the lab's existing fly infrastructure validate a human-derived computational finding. Deliberately out of scope here, to keep this study achievable.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computational study — no wet-lab resources required to produce the primary result.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senescence interpretation and target plausibility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 / Bioconductor and docking toolchain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next step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the lab's existing β-cell, adipocyte, or fly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outcome — shared signature or tissue-specific divergence — is a publishable result.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Juvas  ·  B.Tech Biotechnology, VIT Vellore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Cross-Tissue Senescence Signature in T2DM</dc:title>
  <dc:subject>PptxGenJS Presentation</dc:subject>
  <dc:creator>Juvas</dc:creator>
  <cp:lastModifiedBy>Juvas</cp:lastModifiedBy>
  <cp:revision>1</cp:revision>
  <dcterms:created xsi:type="dcterms:W3CDTF">2026-08-17T21:00:49Z</dcterms:created>
  <dcterms:modified xsi:type="dcterms:W3CDTF">2026-08-17T21:00:49Z</dcterms:modified>
</cp:coreProperties>
</file>